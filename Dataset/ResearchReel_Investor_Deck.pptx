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F4A25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069848"/>
            <a:ext cx="466344" cy="466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960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RESEARCHREEL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Research Meets Reels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dense academic papers into short, watchable video reels — with AI-powered Q&amp;A and a real research community built around them.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VISION DECK   ·   EARLY-STAGE / MVP   ·  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research is getting lost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of academic output keeps growing, but the way people consume it hasn't changed in decades.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51760"/>
            <a:ext cx="777240" cy="77724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999" y="2826639"/>
            <a:ext cx="427482" cy="4274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657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in dense PDFs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42519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20-page paper takes hours to read — most people never get past the abstract.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51960" y="22860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651760"/>
            <a:ext cx="777240" cy="77724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879" y="2826639"/>
            <a:ext cx="427482" cy="4274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657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is broken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72000" y="42519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work gets buried in journals and feeds nobody scrolls far enough to find.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863840" y="228600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83880" y="2651760"/>
            <a:ext cx="777240" cy="77724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759" y="2826639"/>
            <a:ext cx="427482" cy="4274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3657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community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183880" y="42519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early researchers have nowhere to ask questions or connect with peers.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Papers, turned into reels you actually watch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ResearchReel converts any paper into a 30–60 second video reel — captioned, summarized, and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an AI chat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lets readers ask the paper questions directly. It all lives inside a social feed and network built specifically for academia.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EEF5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3232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081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 reels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71600" y="3401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any uploaded paper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EEF5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419252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4041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with the paper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71600" y="4361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questions, get cited answers instantly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5029200"/>
            <a:ext cx="548640" cy="548640"/>
          </a:xfrm>
          <a:prstGeom prst="ellipse">
            <a:avLst/>
          </a:prstGeom>
          <a:solidFill>
            <a:srgbClr val="EEF5F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515264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5001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academic network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71600" y="5321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Follow, comment, and mentor across fields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178040" y="1280160"/>
            <a:ext cx="4206240" cy="5212080"/>
          </a:xfrm>
          <a:prstGeom prst="roundRect">
            <a:avLst>
              <a:gd name="adj" fmla="val 5435"/>
            </a:avLst>
          </a:prstGeom>
          <a:solidFill>
            <a:srgbClr val="10243E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42632" y="1444752"/>
            <a:ext cx="3877056" cy="4882896"/>
          </a:xfrm>
          <a:prstGeom prst="roundRect">
            <a:avLst>
              <a:gd name="adj" fmla="val 2830"/>
            </a:avLst>
          </a:prstGeom>
          <a:solidFill>
            <a:srgbClr val="0C1B2E"/>
          </a:solidFill>
          <a:ln/>
        </p:spPr>
      </p:sp>
      <p:sp>
        <p:nvSpPr>
          <p:cNvPr id="19" name="Shape 14"/>
          <p:cNvSpPr/>
          <p:nvPr/>
        </p:nvSpPr>
        <p:spPr>
          <a:xfrm>
            <a:off x="7525512" y="1673352"/>
            <a:ext cx="3511296" cy="3328416"/>
          </a:xfrm>
          <a:prstGeom prst="roundRect">
            <a:avLst>
              <a:gd name="adj" fmla="val 2747"/>
            </a:avLst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108960"/>
            <a:ext cx="822960" cy="8229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16952" y="504748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this paper found in 45 seconds”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616952" y="5458968"/>
            <a:ext cx="3328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AI: “What method did they use?”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paper to feed in four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29718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13" y="3167253"/>
            <a:ext cx="477774" cy="4777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434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uploads a paper or links a published DOI.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64408" y="36118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02152" y="21945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30752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70832" y="29718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285" y="3167253"/>
            <a:ext cx="477774" cy="4777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5032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730752" y="4434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captioned reel, summary, and embeddings.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126480" y="36118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364224" y="21945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592824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7232904" y="29718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357" y="3167253"/>
            <a:ext cx="477774" cy="47777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47104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592824" y="4434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 surfaces it by topic, relevance, and trending interest.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988552" y="36118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226296" y="21945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454896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10094976" y="29718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0429" y="3167253"/>
            <a:ext cx="477774" cy="47777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09176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454896" y="4434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watch, ask the AI questions, comment, and follow.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video app. Not a paper repository. Both.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389120" y="160020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7FAFB"/>
          </a:solidFill>
          <a:ln/>
        </p:spPr>
      </p:sp>
      <p:sp>
        <p:nvSpPr>
          <p:cNvPr id="5" name="Shape 3"/>
          <p:cNvSpPr/>
          <p:nvPr/>
        </p:nvSpPr>
        <p:spPr>
          <a:xfrm>
            <a:off x="8275320" y="160020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0243E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26280" y="1600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Platforms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1600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ResearchReel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246888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7FAFB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468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PDFs only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75320" y="246888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2468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 reels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37947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7FAFB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794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interaction with content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75320" y="37947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0" y="3794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answers questions on the paper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074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9120" y="512064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7FAFB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51206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profile pages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75320" y="512064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03920" y="51206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feed, follows, and mentorship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massive, fast-growing academic audience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631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269M+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enrolled in higher education worldwide (2024)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21945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6314F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2468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8.8M+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709160" y="3566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researchers worldwide (UNESCO, latest FTE count)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21945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6314F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2468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$400B+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503920" y="3566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EdTech market, projected to keep expanding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UNESCO higher-education and science-report data; EdTech market sizing per industry estimates. Figures are directional — refine TAM/SAM/SOM with primary research before fundraising.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5486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ResearchReel sits at the intersection of two large, underserved audiences: students who want bite-sized learning, and researchers who want their work seen.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every layer of academia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423160"/>
            <a:ext cx="914400" cy="91440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651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611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41605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and digest research fast, without drowning in PDFs.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201168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17820" y="2423160"/>
            <a:ext cx="914400" cy="91440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611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72000" y="41605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their work seen, discussed, and cited by a wider audience.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63840" y="201168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029700" y="2423160"/>
            <a:ext cx="914400" cy="91440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2651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36118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Professors &amp; Faculty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183880" y="41605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findings, mentor students, and stay current across fields.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groups exist in the same network today — connected through the same papers.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Monetizing attention, the way social platforms 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early monetization focus is advertising and sponsored content — a model that fits naturally with a high-engagement video feed, without charging the researchers and students we want adopting the platform.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974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05" y="285178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In-feed sponsored reels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research, courses, and tools placed natively in the scroll feed.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37744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6974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285178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partnerships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40690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and publishers sponsor visibility for their research output.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237744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6974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45" y="285178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Promoted discovery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40690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placement in search and recommendation results.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5349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platform matures, we'll explore complementary revenue such as premium AI features and institutional licensing — to be validated with early user data.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cloud-native, designed to scale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314F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359" y="25980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 architecture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40690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 for video, AI, search, and social — each scales on its own.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314F"/>
          </a:solidFill>
          <a:ln/>
        </p:spPr>
      </p:sp>
      <p:sp>
        <p:nvSpPr>
          <p:cNvPr id="10" name="Shape 7"/>
          <p:cNvSpPr/>
          <p:nvPr/>
        </p:nvSpPr>
        <p:spPr>
          <a:xfrm>
            <a:off x="4416552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431" y="259803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pipeline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30752" y="40690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transcription, summarization, and retrieval-augmented Q&amp;A.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314F"/>
          </a:solidFill>
          <a:ln/>
        </p:spPr>
      </p:sp>
      <p:sp>
        <p:nvSpPr>
          <p:cNvPr id="15" name="Shape 11"/>
          <p:cNvSpPr/>
          <p:nvPr/>
        </p:nvSpPr>
        <p:spPr>
          <a:xfrm>
            <a:off x="7278624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503" y="259803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 infrastructure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92824" y="40690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on Kubernetes with auto-scaling for traffic spikes.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314F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40696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5575" y="259803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by design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454896" y="40690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secrets, hardened APIs, and rate-limited access at every layer.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5715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from day one to support 1M+ registered users and 100,000 peak concurrent sessions.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built — now validating with real users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05840" y="2743200"/>
            <a:ext cx="10149840" cy="0"/>
          </a:xfrm>
          <a:prstGeom prst="line">
            <a:avLst/>
          </a:prstGeom>
          <a:noFill/>
          <a:ln w="38100">
            <a:solidFill>
              <a:srgbClr val="D6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22860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514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Built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upload, reel generation, AI chat, and feed are working end to end.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7972" y="2286000"/>
            <a:ext cx="914400" cy="914400"/>
          </a:xfrm>
          <a:prstGeom prst="ellipse">
            <a:avLst/>
          </a:prstGeom>
          <a:solidFill>
            <a:srgbClr val="EEF5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72" y="2514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429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User Testing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85032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first students and researchers to validate engagement.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210044" y="2286000"/>
            <a:ext cx="914400" cy="914400"/>
          </a:xfrm>
          <a:prstGeom prst="ellipse">
            <a:avLst/>
          </a:prstGeom>
          <a:solidFill>
            <a:srgbClr val="EEF5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44" y="25146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55664" y="3429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&amp; Partnerships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47104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pilots, content partnerships, and ad-network integration.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10072116" y="2286000"/>
            <a:ext cx="914400" cy="914400"/>
          </a:xfrm>
          <a:prstGeom prst="ellipse">
            <a:avLst/>
          </a:prstGeom>
          <a:solidFill>
            <a:srgbClr val="EEF5F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25146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17736" y="3429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409176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to new disciplines, institutions, and regions.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EXPLORING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early — and looking for the right partners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ResearchReel doesn't have a fixed ask yet. At this stage, we're most interested in conversations that help us validate the product and find the right long-term partners.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974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05" y="285178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guidance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investors who've backed EdTech or social platforms before.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37744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6974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285178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introductions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40690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intros to universities, labs, or research communities to test with.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237744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6974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45" y="285178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566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Early-stage capital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40690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right-fit pre-seed partners once traction signals are clearer.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behind ResearchReel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60220" y="2377440"/>
            <a:ext cx="1005840" cy="1005840"/>
          </a:xfrm>
          <a:prstGeom prst="ellipse">
            <a:avLst/>
          </a:prstGeom>
          <a:solidFill>
            <a:srgbClr val="EEF5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6289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66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Name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relevant experience to be added 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51960" y="201168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72100" y="2377440"/>
            <a:ext cx="1005840" cy="1005840"/>
          </a:xfrm>
          <a:prstGeom prst="ellipse">
            <a:avLst/>
          </a:prstGeom>
          <a:solidFill>
            <a:srgbClr val="EEF5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26289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3566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Name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34840" y="3931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26280" y="43434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relevant experience to be added here.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63840" y="201168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7FAFB"/>
          </a:solidFill>
          <a:ln/>
          <a:effectLst>
            <a:outerShdw sx="100000" sy="100000" kx="0" ky="0" algn="bl" rotWithShape="0" blurRad="101600" dist="38100" dir="5400000">
              <a:srgbClr val="10243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83980" y="2377440"/>
            <a:ext cx="1005840" cy="1005840"/>
          </a:xfrm>
          <a:prstGeom prst="ellipse">
            <a:avLst/>
          </a:prstGeom>
          <a:solidFill>
            <a:srgbClr val="EEF5F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26289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3566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Name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046720" y="3931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138160" y="43434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relevant experience to be added here.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founder photos, titles, and bios before sending this deck to investors.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840480"/>
            <a:ext cx="5486400" cy="5486400"/>
          </a:xfrm>
          <a:prstGeom prst="ellipse">
            <a:avLst/>
          </a:prstGeom>
          <a:solidFill>
            <a:srgbClr val="1C7293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887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344168"/>
            <a:ext cx="466344" cy="466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1234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RESEARCHREEL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talk.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share a live demo and hear your perspective as we shape ResearchReel's first real users.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hello@researchreel.app   ·   researchreel.app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166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(Update contact details before sharing.)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ResearchReel — Investor Vision Deck</dc:title>
  <dc:subject>PptxGenJS Presentation</dc:subject>
  <dc:creator>ResearchReel</dc:creator>
  <cp:lastModifiedBy>ResearchReel</cp:lastModifiedBy>
  <cp:revision>1</cp:revision>
  <dcterms:created xsi:type="dcterms:W3CDTF">2026-06-26T18:06:58Z</dcterms:created>
  <dcterms:modified xsi:type="dcterms:W3CDTF">2026-06-26T18:06:58Z</dcterms:modified>
</cp:coreProperties>
</file>